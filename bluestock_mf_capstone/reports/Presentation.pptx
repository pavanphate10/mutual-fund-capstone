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Bluestock Mutual Fund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ETL, analytics, dashboard, and recommendation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